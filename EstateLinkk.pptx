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160d3186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160d3186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160d3186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160d3186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160d3186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160d3186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160d3186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160d3186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160d3186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160d3186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160d3186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160d3186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Presentation on Real Estate Management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2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Title:Estatelink</a:t>
            </a:r>
            <a:endParaRPr sz="2222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2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Member:Tulasi Rana Magar</a:t>
            </a:r>
            <a:endParaRPr sz="2222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2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Shisam Khadka</a:t>
            </a:r>
            <a:endParaRPr sz="2222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2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Sampada Dhakal</a:t>
            </a:r>
            <a:endParaRPr sz="2222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2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2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Program:Bachelor in Computer Application</a:t>
            </a:r>
            <a:endParaRPr sz="2222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2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Institution:Oxford College of Engineering and Management</a:t>
            </a:r>
            <a:endParaRPr sz="2222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2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</a:t>
            </a:r>
            <a:r>
              <a:rPr lang="en" sz="2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September 2025.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Introduction</a:t>
            </a:r>
            <a:endParaRPr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Estatelink</a:t>
            </a:r>
            <a:r>
              <a:rPr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web application for real estate built using Python Flask.</a:t>
            </a:r>
            <a:endParaRPr sz="7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to simplify property search, management, and verification.</a:t>
            </a:r>
            <a:endParaRPr sz="7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Bridges the gap between traditional real estate methods and modern technology.</a:t>
            </a:r>
            <a:endParaRPr sz="7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Accessible on desktop and mobile devices.</a:t>
            </a:r>
            <a:endParaRPr sz="7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63575" y="1301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Problem Statement</a:t>
            </a:r>
            <a:endParaRPr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-34448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7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property listings are time-consuming and error-prone.</a:t>
            </a:r>
            <a:endParaRPr sz="7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48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7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Incomplete or outdated property information creates confusion.</a:t>
            </a:r>
            <a:endParaRPr sz="7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48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7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face difficulty in filtering/searching suitable properties.</a:t>
            </a:r>
            <a:endParaRPr sz="7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448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7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Admins have limited control over property management.</a:t>
            </a:r>
            <a:endParaRPr sz="7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Objectives</a:t>
            </a:r>
            <a:endParaRPr sz="2300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centralized platform for property listings.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</a:t>
            </a: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accurate, structured, and verified property information.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quick and easy property search with filters.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 efficient admin management of listings.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user experience and accessibility.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How Our App Solves the Problem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platform eliminates manual listings.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listings ensure trustworthy data.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search filters (location, price, property type).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dashboard for adding, editing, and deleting properties.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interface for seamless access across devices.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53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Key Features</a:t>
            </a:r>
            <a:endParaRPr b="0" sz="253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8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 Interface: Easy navigation and responsive design.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Property Listings: Includes title, location, price, description, and images.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&amp; Filter: By location, price, and property type for faster results.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Controls: Authentication, dashboard, and property management.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 User authentication and secure data handling.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Scalability: Designed to handle growing property data efficiently.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e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Conclusion</a:t>
            </a:r>
            <a:endParaRPr sz="3600"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EstateLink modernizes real estate management.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efficient, reliable, and accessible solutions.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 and effort for both users and admins.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Bridges the gap between technology and real estate services.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